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7B387E-E62B-4ED5-ABEF-BB393C8A1F15}" v="253" dt="2026-06-03T07:32:04.621"/>
    <p1510:client id="{91E2C062-6501-4673-8900-D30CBFF008BD}" v="643" dt="2026-06-03T14:24:59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ura Ezzafzafi" userId="e3c9e071-78fb-4600-8883-56780ecf1c89" providerId="ADAL" clId="{EAFA3F70-0838-4EF1-BDCE-8E227F8A5D03}"/>
    <pc:docChg chg="undo custSel addSld delSld modSld sldOrd">
      <pc:chgData name="Noura Ezzafzafi" userId="e3c9e071-78fb-4600-8883-56780ecf1c89" providerId="ADAL" clId="{EAFA3F70-0838-4EF1-BDCE-8E227F8A5D03}" dt="2026-06-03T14:28:43.431" v="1820" actId="20577"/>
      <pc:docMkLst>
        <pc:docMk/>
      </pc:docMkLst>
      <pc:sldChg chg="addSp modSp add mod ord setBg modNotesTx">
        <pc:chgData name="Noura Ezzafzafi" userId="e3c9e071-78fb-4600-8883-56780ecf1c89" providerId="ADAL" clId="{EAFA3F70-0838-4EF1-BDCE-8E227F8A5D03}" dt="2026-06-03T13:21:24.980" v="991" actId="207"/>
        <pc:sldMkLst>
          <pc:docMk/>
          <pc:sldMk cId="0" sldId="258"/>
        </pc:sldMkLst>
        <pc:spChg chg="add mod">
          <ac:chgData name="Noura Ezzafzafi" userId="e3c9e071-78fb-4600-8883-56780ecf1c89" providerId="ADAL" clId="{EAFA3F70-0838-4EF1-BDCE-8E227F8A5D03}" dt="2026-06-03T13:21:24.980" v="991" actId="207"/>
          <ac:spMkLst>
            <pc:docMk/>
            <pc:sldMk cId="0" sldId="258"/>
            <ac:spMk id="3" creationId="{EF4CDA56-1A47-0FD8-C02E-EB925B099C2E}"/>
          </ac:spMkLst>
        </pc:spChg>
        <pc:spChg chg="mod">
          <ac:chgData name="Noura Ezzafzafi" userId="e3c9e071-78fb-4600-8883-56780ecf1c89" providerId="ADAL" clId="{EAFA3F70-0838-4EF1-BDCE-8E227F8A5D03}" dt="2026-05-09T20:26:41.984" v="42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6-03T13:15:26.887" v="44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26:29.974" v="34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add mod ord setBg modNotesTx">
        <pc:chgData name="Noura Ezzafzafi" userId="e3c9e071-78fb-4600-8883-56780ecf1c89" providerId="ADAL" clId="{EAFA3F70-0838-4EF1-BDCE-8E227F8A5D03}" dt="2026-06-03T13:14:20.290" v="443" actId="20577"/>
        <pc:sldMkLst>
          <pc:docMk/>
          <pc:sldMk cId="0" sldId="259"/>
        </pc:sldMkLst>
        <pc:spChg chg="add del mod">
          <ac:chgData name="Noura Ezzafzafi" userId="e3c9e071-78fb-4600-8883-56780ecf1c89" providerId="ADAL" clId="{EAFA3F70-0838-4EF1-BDCE-8E227F8A5D03}" dt="2026-05-09T20:27:14.938" v="49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28:28.711" v="68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29:14.826" v="88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11T09:25:17.100" v="426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29:13.653" v="87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29:44.889" v="9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41:07.171" v="218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29:56.063" v="9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5-09T20:41:17.944" v="239" actId="20577"/>
          <ac:spMkLst>
            <pc:docMk/>
            <pc:sldMk cId="0" sldId="259"/>
            <ac:spMk id="24" creationId="{00000000-0000-0000-0000-000000000000}"/>
          </ac:spMkLst>
        </pc:spChg>
      </pc:sldChg>
      <pc:sldChg chg="addSp delSp modSp add mod ord setBg modNotesTx">
        <pc:chgData name="Noura Ezzafzafi" userId="e3c9e071-78fb-4600-8883-56780ecf1c89" providerId="ADAL" clId="{EAFA3F70-0838-4EF1-BDCE-8E227F8A5D03}" dt="2026-05-11T09:17:00.174" v="363" actId="1076"/>
        <pc:sldMkLst>
          <pc:docMk/>
          <pc:sldMk cId="0" sldId="260"/>
        </pc:sldMkLst>
        <pc:spChg chg="mod">
          <ac:chgData name="Noura Ezzafzafi" userId="e3c9e071-78fb-4600-8883-56780ecf1c89" providerId="ADAL" clId="{EAFA3F70-0838-4EF1-BDCE-8E227F8A5D03}" dt="2026-05-09T20:27:44.728" v="54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add mod ord setBg modNotesTx">
        <pc:chgData name="Noura Ezzafzafi" userId="e3c9e071-78fb-4600-8883-56780ecf1c89" providerId="ADAL" clId="{EAFA3F70-0838-4EF1-BDCE-8E227F8A5D03}" dt="2026-06-03T14:24:43.934" v="1496" actId="20577"/>
        <pc:sldMkLst>
          <pc:docMk/>
          <pc:sldMk cId="0" sldId="261"/>
        </pc:sldMkLst>
        <pc:spChg chg="mod">
          <ac:chgData name="Noura Ezzafzafi" userId="e3c9e071-78fb-4600-8883-56780ecf1c89" providerId="ADAL" clId="{EAFA3F70-0838-4EF1-BDCE-8E227F8A5D03}" dt="2026-05-09T20:30:51.720" v="149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6-02T13:20:16.230" v="439" actId="20577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Noura Ezzafzafi" userId="e3c9e071-78fb-4600-8883-56780ecf1c89" providerId="ADAL" clId="{EAFA3F70-0838-4EF1-BDCE-8E227F8A5D03}" dt="2026-06-03T14:24:43.934" v="1496" actId="20577"/>
          <ac:spMkLst>
            <pc:docMk/>
            <pc:sldMk cId="0" sldId="261"/>
            <ac:spMk id="5" creationId="{D95B393A-1A71-7525-961F-5A956A73B87D}"/>
          </ac:spMkLst>
        </pc:spChg>
        <pc:picChg chg="del">
          <ac:chgData name="Noura Ezzafzafi" userId="e3c9e071-78fb-4600-8883-56780ecf1c89" providerId="ADAL" clId="{EAFA3F70-0838-4EF1-BDCE-8E227F8A5D03}" dt="2026-06-03T13:22:27.367" v="994" actId="478"/>
          <ac:picMkLst>
            <pc:docMk/>
            <pc:sldMk cId="0" sldId="261"/>
            <ac:picMk id="6" creationId="{92E5E16E-BA76-8FE5-9B74-F5CFDF642F2E}"/>
          </ac:picMkLst>
        </pc:picChg>
        <pc:picChg chg="del mod">
          <ac:chgData name="Noura Ezzafzafi" userId="e3c9e071-78fb-4600-8883-56780ecf1c89" providerId="ADAL" clId="{EAFA3F70-0838-4EF1-BDCE-8E227F8A5D03}" dt="2026-06-03T14:21:00.931" v="1093" actId="478"/>
          <ac:picMkLst>
            <pc:docMk/>
            <pc:sldMk cId="0" sldId="261"/>
            <ac:picMk id="8" creationId="{B9368D65-7748-5975-4C0F-4147E9BF4430}"/>
          </ac:picMkLst>
        </pc:picChg>
        <pc:picChg chg="add mod">
          <ac:chgData name="Noura Ezzafzafi" userId="e3c9e071-78fb-4600-8883-56780ecf1c89" providerId="ADAL" clId="{EAFA3F70-0838-4EF1-BDCE-8E227F8A5D03}" dt="2026-06-03T14:21:27.401" v="1103" actId="732"/>
          <ac:picMkLst>
            <pc:docMk/>
            <pc:sldMk cId="0" sldId="261"/>
            <ac:picMk id="1026" creationId="{F728721F-BB1A-F6A1-01FE-F5CE49303D54}"/>
          </ac:picMkLst>
        </pc:picChg>
        <pc:picChg chg="add mod">
          <ac:chgData name="Noura Ezzafzafi" userId="e3c9e071-78fb-4600-8883-56780ecf1c89" providerId="ADAL" clId="{EAFA3F70-0838-4EF1-BDCE-8E227F8A5D03}" dt="2026-06-03T14:21:43.238" v="1108" actId="1076"/>
          <ac:picMkLst>
            <pc:docMk/>
            <pc:sldMk cId="0" sldId="261"/>
            <ac:picMk id="1028" creationId="{1DA83864-0B65-CC1C-EDE8-2F7F38E12080}"/>
          </ac:picMkLst>
        </pc:picChg>
      </pc:sldChg>
      <pc:sldChg chg="addSp delSp modSp add mod ord setBg modNotesTx">
        <pc:chgData name="Noura Ezzafzafi" userId="e3c9e071-78fb-4600-8883-56780ecf1c89" providerId="ADAL" clId="{EAFA3F70-0838-4EF1-BDCE-8E227F8A5D03}" dt="2026-06-03T14:28:43.431" v="1820" actId="20577"/>
        <pc:sldMkLst>
          <pc:docMk/>
          <pc:sldMk cId="0" sldId="262"/>
        </pc:sldMkLst>
        <pc:spChg chg="mod">
          <ac:chgData name="Noura Ezzafzafi" userId="e3c9e071-78fb-4600-8883-56780ecf1c89" providerId="ADAL" clId="{EAFA3F70-0838-4EF1-BDCE-8E227F8A5D03}" dt="2026-05-09T20:31:00.628" v="161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Noura Ezzafzafi" userId="e3c9e071-78fb-4600-8883-56780ecf1c89" providerId="ADAL" clId="{EAFA3F70-0838-4EF1-BDCE-8E227F8A5D03}" dt="2026-06-02T13:20:24.060" v="441" actId="20577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oura Ezzafzafi" userId="e3c9e071-78fb-4600-8883-56780ecf1c89" providerId="ADAL" clId="{EAFA3F70-0838-4EF1-BDCE-8E227F8A5D03}" dt="2026-06-03T14:28:43.431" v="1820" actId="20577"/>
          <ac:spMkLst>
            <pc:docMk/>
            <pc:sldMk cId="0" sldId="262"/>
            <ac:spMk id="5" creationId="{CCFF9DD4-2926-2F14-490F-666B9FA7CEFA}"/>
          </ac:spMkLst>
        </pc:spChg>
        <pc:spChg chg="del mod">
          <ac:chgData name="Noura Ezzafzafi" userId="e3c9e071-78fb-4600-8883-56780ecf1c89" providerId="ADAL" clId="{EAFA3F70-0838-4EF1-BDCE-8E227F8A5D03}" dt="2026-06-03T13:23:08.558" v="1011" actId="478"/>
          <ac:spMkLst>
            <pc:docMk/>
            <pc:sldMk cId="0" sldId="262"/>
            <ac:spMk id="6" creationId="{0EF60E33-C4A9-E220-DE41-7A409E339839}"/>
          </ac:spMkLst>
        </pc:spChg>
        <pc:picChg chg="add del mod">
          <ac:chgData name="Noura Ezzafzafi" userId="e3c9e071-78fb-4600-8883-56780ecf1c89" providerId="ADAL" clId="{EAFA3F70-0838-4EF1-BDCE-8E227F8A5D03}" dt="2026-06-03T13:22:58.471" v="1005" actId="478"/>
          <ac:picMkLst>
            <pc:docMk/>
            <pc:sldMk cId="0" sldId="262"/>
            <ac:picMk id="8" creationId="{3FE6F633-621C-E7C8-2264-C282A180C962}"/>
          </ac:picMkLst>
        </pc:picChg>
        <pc:picChg chg="add del mod">
          <ac:chgData name="Noura Ezzafzafi" userId="e3c9e071-78fb-4600-8883-56780ecf1c89" providerId="ADAL" clId="{EAFA3F70-0838-4EF1-BDCE-8E227F8A5D03}" dt="2026-06-03T13:22:58.471" v="1005" actId="478"/>
          <ac:picMkLst>
            <pc:docMk/>
            <pc:sldMk cId="0" sldId="262"/>
            <ac:picMk id="2050" creationId="{7918A3C3-20CA-5A8F-774E-B5D1DC5FC740}"/>
          </ac:picMkLst>
        </pc:picChg>
        <pc:picChg chg="add mod">
          <ac:chgData name="Noura Ezzafzafi" userId="e3c9e071-78fb-4600-8883-56780ecf1c89" providerId="ADAL" clId="{EAFA3F70-0838-4EF1-BDCE-8E227F8A5D03}" dt="2026-06-03T14:24:48.108" v="1497" actId="1076"/>
          <ac:picMkLst>
            <pc:docMk/>
            <pc:sldMk cId="0" sldId="262"/>
            <ac:picMk id="2052" creationId="{3EAD70A4-EA6D-F75F-E5B1-55FFA4002947}"/>
          </ac:picMkLst>
        </pc:picChg>
      </pc:sldChg>
      <pc:sldChg chg="addSp delSp modSp mod">
        <pc:chgData name="Noura Ezzafzafi" userId="e3c9e071-78fb-4600-8883-56780ecf1c89" providerId="ADAL" clId="{EAFA3F70-0838-4EF1-BDCE-8E227F8A5D03}" dt="2026-06-03T14:20:40.376" v="1092" actId="20577"/>
        <pc:sldMkLst>
          <pc:docMk/>
          <pc:sldMk cId="790688888" sldId="263"/>
        </pc:sldMkLst>
        <pc:spChg chg="mod">
          <ac:chgData name="Noura Ezzafzafi" userId="e3c9e071-78fb-4600-8883-56780ecf1c89" providerId="ADAL" clId="{EAFA3F70-0838-4EF1-BDCE-8E227F8A5D03}" dt="2026-06-03T14:20:40.376" v="1092" actId="20577"/>
          <ac:spMkLst>
            <pc:docMk/>
            <pc:sldMk cId="790688888" sldId="263"/>
            <ac:spMk id="4" creationId="{C2530506-A2BC-2EB5-6102-E0B2DAC4221E}"/>
          </ac:spMkLst>
        </pc:spChg>
        <pc:picChg chg="add mod">
          <ac:chgData name="Noura Ezzafzafi" userId="e3c9e071-78fb-4600-8883-56780ecf1c89" providerId="ADAL" clId="{EAFA3F70-0838-4EF1-BDCE-8E227F8A5D03}" dt="2026-06-03T14:20:33.170" v="1089" actId="1440"/>
          <ac:picMkLst>
            <pc:docMk/>
            <pc:sldMk cId="790688888" sldId="263"/>
            <ac:picMk id="6" creationId="{E516D95E-090C-B07B-CADC-A8D0816ABFE1}"/>
          </ac:picMkLst>
        </pc:picChg>
        <pc:picChg chg="mod">
          <ac:chgData name="Noura Ezzafzafi" userId="e3c9e071-78fb-4600-8883-56780ecf1c89" providerId="ADAL" clId="{EAFA3F70-0838-4EF1-BDCE-8E227F8A5D03}" dt="2026-06-03T14:20:35.165" v="1090" actId="1440"/>
          <ac:picMkLst>
            <pc:docMk/>
            <pc:sldMk cId="790688888" sldId="263"/>
            <ac:picMk id="8" creationId="{39042263-E2F4-476D-B0FD-372BA5E3092A}"/>
          </ac:picMkLst>
        </pc:picChg>
        <pc:picChg chg="mod">
          <ac:chgData name="Noura Ezzafzafi" userId="e3c9e071-78fb-4600-8883-56780ecf1c89" providerId="ADAL" clId="{EAFA3F70-0838-4EF1-BDCE-8E227F8A5D03}" dt="2026-06-03T14:20:18.416" v="1087" actId="1076"/>
          <ac:picMkLst>
            <pc:docMk/>
            <pc:sldMk cId="790688888" sldId="263"/>
            <ac:picMk id="9" creationId="{DBC3CFB1-0B4D-A1C6-B75A-3692DB0D784F}"/>
          </ac:picMkLst>
        </pc:picChg>
        <pc:picChg chg="add del mod">
          <ac:chgData name="Noura Ezzafzafi" userId="e3c9e071-78fb-4600-8883-56780ecf1c89" providerId="ADAL" clId="{EAFA3F70-0838-4EF1-BDCE-8E227F8A5D03}" dt="2026-06-03T14:19:23.723" v="1067" actId="478"/>
          <ac:picMkLst>
            <pc:docMk/>
            <pc:sldMk cId="790688888" sldId="263"/>
            <ac:picMk id="4098" creationId="{914A4D43-A928-048F-582C-242EB41E8100}"/>
          </ac:picMkLst>
        </pc:picChg>
      </pc:sldChg>
      <pc:sldChg chg="new del">
        <pc:chgData name="Noura Ezzafzafi" userId="e3c9e071-78fb-4600-8883-56780ecf1c89" providerId="ADAL" clId="{EAFA3F70-0838-4EF1-BDCE-8E227F8A5D03}" dt="2026-06-03T13:23:59.513" v="1013" actId="2696"/>
        <pc:sldMkLst>
          <pc:docMk/>
          <pc:sldMk cId="1944541794" sldId="264"/>
        </pc:sldMkLst>
      </pc:sldChg>
      <pc:sldChg chg="addSp delSp modSp add mod ord">
        <pc:chgData name="Noura Ezzafzafi" userId="e3c9e071-78fb-4600-8883-56780ecf1c89" providerId="ADAL" clId="{EAFA3F70-0838-4EF1-BDCE-8E227F8A5D03}" dt="2026-06-03T14:17:57.616" v="1062" actId="478"/>
        <pc:sldMkLst>
          <pc:docMk/>
          <pc:sldMk cId="3069506155" sldId="264"/>
        </pc:sldMkLst>
        <pc:spChg chg="mod">
          <ac:chgData name="Noura Ezzafzafi" userId="e3c9e071-78fb-4600-8883-56780ecf1c89" providerId="ADAL" clId="{EAFA3F70-0838-4EF1-BDCE-8E227F8A5D03}" dt="2026-06-03T13:24:10.931" v="1018" actId="1076"/>
          <ac:spMkLst>
            <pc:docMk/>
            <pc:sldMk cId="3069506155" sldId="264"/>
            <ac:spMk id="2" creationId="{6E271D34-A79D-1D94-4F69-DD1703BF467E}"/>
          </ac:spMkLst>
        </pc:spChg>
        <pc:spChg chg="mod">
          <ac:chgData name="Noura Ezzafzafi" userId="e3c9e071-78fb-4600-8883-56780ecf1c89" providerId="ADAL" clId="{EAFA3F70-0838-4EF1-BDCE-8E227F8A5D03}" dt="2026-06-03T13:24:19.734" v="1052" actId="20577"/>
          <ac:spMkLst>
            <pc:docMk/>
            <pc:sldMk cId="3069506155" sldId="264"/>
            <ac:spMk id="3" creationId="{527646E1-7AF2-9C44-E257-E8B743352FF4}"/>
          </ac:spMkLst>
        </pc:spChg>
        <pc:picChg chg="del">
          <ac:chgData name="Noura Ezzafzafi" userId="e3c9e071-78fb-4600-8883-56780ecf1c89" providerId="ADAL" clId="{EAFA3F70-0838-4EF1-BDCE-8E227F8A5D03}" dt="2026-06-03T13:24:22.121" v="1054" actId="478"/>
          <ac:picMkLst>
            <pc:docMk/>
            <pc:sldMk cId="3069506155" sldId="264"/>
            <ac:picMk id="8" creationId="{8CE8226B-47D9-C0E6-8FE0-E69B3FF478D6}"/>
          </ac:picMkLst>
        </pc:picChg>
        <pc:picChg chg="del">
          <ac:chgData name="Noura Ezzafzafi" userId="e3c9e071-78fb-4600-8883-56780ecf1c89" providerId="ADAL" clId="{EAFA3F70-0838-4EF1-BDCE-8E227F8A5D03}" dt="2026-06-03T13:24:21.032" v="1053" actId="478"/>
          <ac:picMkLst>
            <pc:docMk/>
            <pc:sldMk cId="3069506155" sldId="264"/>
            <ac:picMk id="1026" creationId="{E738C40C-2675-02E9-D366-F234D9635673}"/>
          </ac:picMkLst>
        </pc:picChg>
        <pc:picChg chg="add del mod">
          <ac:chgData name="Noura Ezzafzafi" userId="e3c9e071-78fb-4600-8883-56780ecf1c89" providerId="ADAL" clId="{EAFA3F70-0838-4EF1-BDCE-8E227F8A5D03}" dt="2026-06-03T14:17:57.616" v="1062" actId="478"/>
          <ac:picMkLst>
            <pc:docMk/>
            <pc:sldMk cId="3069506155" sldId="264"/>
            <ac:picMk id="3074" creationId="{5CE7B7FB-44A2-DE10-2896-FD12A7C0C111}"/>
          </ac:picMkLst>
        </pc:picChg>
        <pc:picChg chg="add del">
          <ac:chgData name="Noura Ezzafzafi" userId="e3c9e071-78fb-4600-8883-56780ecf1c89" providerId="ADAL" clId="{EAFA3F70-0838-4EF1-BDCE-8E227F8A5D03}" dt="2026-06-03T14:17:57.616" v="1062" actId="478"/>
          <ac:picMkLst>
            <pc:docMk/>
            <pc:sldMk cId="3069506155" sldId="264"/>
            <ac:picMk id="3076" creationId="{B9C919FA-68F5-60FD-B5D3-F6158E09151B}"/>
          </ac:picMkLst>
        </pc:picChg>
      </pc:sldChg>
    </pc:docChg>
  </pc:docChgLst>
  <pc:docChgLst>
    <pc:chgData name="Amira El Hafidi" userId="S::amira.el.hafidi@hva.nl::477662d4-b1c1-435f-9c4c-3762105e5e89" providerId="AD" clId="Web-{DBAE6F46-B936-8175-F760-0B17E8AC48CD}"/>
    <pc:docChg chg="modSld">
      <pc:chgData name="Amira El Hafidi" userId="S::amira.el.hafidi@hva.nl::477662d4-b1c1-435f-9c4c-3762105e5e89" providerId="AD" clId="Web-{DBAE6F46-B936-8175-F760-0B17E8AC48CD}" dt="2026-05-11T10:43:24.421" v="0" actId="20577"/>
      <pc:docMkLst>
        <pc:docMk/>
      </pc:docMkLst>
    </pc:docChg>
  </pc:docChgLst>
  <pc:docChgLst>
    <pc:chgData name="Ryan James Tiangco" userId="c2f574d0-b442-4a99-a780-590b30d11646" providerId="ADAL" clId="{7DC766AD-C63D-4D36-A35F-4F75EED7BD28}"/>
    <pc:docChg chg="undo custSel addSld delSld modSld sldOrd">
      <pc:chgData name="Ryan James Tiangco" userId="c2f574d0-b442-4a99-a780-590b30d11646" providerId="ADAL" clId="{7DC766AD-C63D-4D36-A35F-4F75EED7BD28}" dt="2026-06-03T09:20:49.819" v="711" actId="1076"/>
      <pc:docMkLst>
        <pc:docMk/>
      </pc:docMkLst>
      <pc:sldChg chg="modSp mod">
        <pc:chgData name="Ryan James Tiangco" userId="c2f574d0-b442-4a99-a780-590b30d11646" providerId="ADAL" clId="{7DC766AD-C63D-4D36-A35F-4F75EED7BD28}" dt="2026-06-03T09:13:29.132" v="639" actId="20577"/>
        <pc:sldMkLst>
          <pc:docMk/>
          <pc:sldMk cId="0" sldId="258"/>
        </pc:sldMkLst>
        <pc:spChg chg="mod">
          <ac:chgData name="Ryan James Tiangco" userId="c2f574d0-b442-4a99-a780-590b30d11646" providerId="ADAL" clId="{7DC766AD-C63D-4D36-A35F-4F75EED7BD28}" dt="2026-06-02T12:13:28.649" v="1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3T09:13:29.132" v="639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mod">
        <pc:chgData name="Ryan James Tiangco" userId="c2f574d0-b442-4a99-a780-590b30d11646" providerId="ADAL" clId="{7DC766AD-C63D-4D36-A35F-4F75EED7BD28}" dt="2026-06-03T09:09:54.495" v="574" actId="20577"/>
        <pc:sldMkLst>
          <pc:docMk/>
          <pc:sldMk cId="0" sldId="259"/>
        </pc:sldMkLst>
        <pc:spChg chg="mod">
          <ac:chgData name="Ryan James Tiangco" userId="c2f574d0-b442-4a99-a780-590b30d11646" providerId="ADAL" clId="{7DC766AD-C63D-4D36-A35F-4F75EED7BD28}" dt="2026-06-02T18:06:14.973" v="26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2T18:06:02.575" v="257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2T12:41:26.966" v="24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2T12:41:30.358" v="243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3T09:09:54.495" v="574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3T07:31:33.532" v="347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2T12:47:04.443" v="247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Ryan James Tiangco" userId="c2f574d0-b442-4a99-a780-590b30d11646" providerId="ADAL" clId="{7DC766AD-C63D-4D36-A35F-4F75EED7BD28}" dt="2026-06-03T09:04:07.664" v="421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Ryan James Tiangco" userId="c2f574d0-b442-4a99-a780-590b30d11646" providerId="ADAL" clId="{7DC766AD-C63D-4D36-A35F-4F75EED7BD28}" dt="2026-06-03T09:04:08.873" v="422" actId="47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2T12:47:06.543" v="248" actId="20577"/>
          <ac:spMkLst>
            <pc:docMk/>
            <pc:sldMk cId="0" sldId="259"/>
            <ac:spMk id="24" creationId="{00000000-0000-0000-0000-000000000000}"/>
          </ac:spMkLst>
        </pc:spChg>
        <pc:spChg chg="add del mod">
          <ac:chgData name="Ryan James Tiangco" userId="c2f574d0-b442-4a99-a780-590b30d11646" providerId="ADAL" clId="{7DC766AD-C63D-4D36-A35F-4F75EED7BD28}" dt="2026-06-03T09:03:11.789" v="414" actId="478"/>
          <ac:spMkLst>
            <pc:docMk/>
            <pc:sldMk cId="0" sldId="259"/>
            <ac:spMk id="25" creationId="{87B6FEB4-556A-01DE-76D2-791068BD1289}"/>
          </ac:spMkLst>
        </pc:spChg>
        <pc:spChg chg="add del mod">
          <ac:chgData name="Ryan James Tiangco" userId="c2f574d0-b442-4a99-a780-590b30d11646" providerId="ADAL" clId="{7DC766AD-C63D-4D36-A35F-4F75EED7BD28}" dt="2026-06-03T09:03:18.345" v="417" actId="478"/>
          <ac:spMkLst>
            <pc:docMk/>
            <pc:sldMk cId="0" sldId="259"/>
            <ac:spMk id="26" creationId="{A1DA88AD-2F67-2B9B-DDF3-8A5DD5AC2F0D}"/>
          </ac:spMkLst>
        </pc:spChg>
        <pc:spChg chg="add del mod">
          <ac:chgData name="Ryan James Tiangco" userId="c2f574d0-b442-4a99-a780-590b30d11646" providerId="ADAL" clId="{7DC766AD-C63D-4D36-A35F-4F75EED7BD28}" dt="2026-06-03T09:03:18.346" v="419"/>
          <ac:spMkLst>
            <pc:docMk/>
            <pc:sldMk cId="0" sldId="259"/>
            <ac:spMk id="29" creationId="{710EF98B-C5DB-9111-86D3-0773AB431CDD}"/>
          </ac:spMkLst>
        </pc:spChg>
        <pc:spChg chg="add mod">
          <ac:chgData name="Ryan James Tiangco" userId="c2f574d0-b442-4a99-a780-590b30d11646" providerId="ADAL" clId="{7DC766AD-C63D-4D36-A35F-4F75EED7BD28}" dt="2026-06-02T12:47:08.339" v="249" actId="20577"/>
          <ac:spMkLst>
            <pc:docMk/>
            <pc:sldMk cId="0" sldId="259"/>
            <ac:spMk id="30" creationId="{C1983B13-6F31-C12E-BC8A-1DF5B09FA88A}"/>
          </ac:spMkLst>
        </pc:spChg>
        <pc:spChg chg="add mod">
          <ac:chgData name="Ryan James Tiangco" userId="c2f574d0-b442-4a99-a780-590b30d11646" providerId="ADAL" clId="{7DC766AD-C63D-4D36-A35F-4F75EED7BD28}" dt="2026-06-03T09:04:06.311" v="420" actId="20577"/>
          <ac:spMkLst>
            <pc:docMk/>
            <pc:sldMk cId="0" sldId="259"/>
            <ac:spMk id="31" creationId="{32CEF248-A208-C249-AC67-E5DB0E365756}"/>
          </ac:spMkLst>
        </pc:spChg>
        <pc:spChg chg="add mod">
          <ac:chgData name="Ryan James Tiangco" userId="c2f574d0-b442-4a99-a780-590b30d11646" providerId="ADAL" clId="{7DC766AD-C63D-4D36-A35F-4F75EED7BD28}" dt="2026-06-02T18:06:39.738" v="278" actId="20577"/>
          <ac:spMkLst>
            <pc:docMk/>
            <pc:sldMk cId="0" sldId="259"/>
            <ac:spMk id="32" creationId="{01A3F690-3B9F-4F43-28AC-0F9F6F7E92E8}"/>
          </ac:spMkLst>
        </pc:spChg>
      </pc:sldChg>
      <pc:sldChg chg="addSp delSp modSp mod">
        <pc:chgData name="Ryan James Tiangco" userId="c2f574d0-b442-4a99-a780-590b30d11646" providerId="ADAL" clId="{7DC766AD-C63D-4D36-A35F-4F75EED7BD28}" dt="2026-06-03T09:09:36.501" v="544" actId="1076"/>
        <pc:sldMkLst>
          <pc:docMk/>
          <pc:sldMk cId="0" sldId="260"/>
        </pc:sldMkLst>
        <pc:spChg chg="mod">
          <ac:chgData name="Ryan James Tiangco" userId="c2f574d0-b442-4a99-a780-590b30d11646" providerId="ADAL" clId="{7DC766AD-C63D-4D36-A35F-4F75EED7BD28}" dt="2026-06-02T18:06:48.860" v="303" actId="20577"/>
          <ac:spMkLst>
            <pc:docMk/>
            <pc:sldMk cId="0" sldId="260"/>
            <ac:spMk id="3" creationId="{00000000-0000-0000-0000-000000000000}"/>
          </ac:spMkLst>
        </pc:spChg>
        <pc:picChg chg="del">
          <ac:chgData name="Ryan James Tiangco" userId="c2f574d0-b442-4a99-a780-590b30d11646" providerId="ADAL" clId="{7DC766AD-C63D-4D36-A35F-4F75EED7BD28}" dt="2026-06-02T12:20:12.458" v="2" actId="478"/>
          <ac:picMkLst>
            <pc:docMk/>
            <pc:sldMk cId="0" sldId="260"/>
            <ac:picMk id="6" creationId="{01053C9A-F868-B90C-5F61-083D27819BE8}"/>
          </ac:picMkLst>
        </pc:picChg>
        <pc:picChg chg="add mod">
          <ac:chgData name="Ryan James Tiangco" userId="c2f574d0-b442-4a99-a780-590b30d11646" providerId="ADAL" clId="{7DC766AD-C63D-4D36-A35F-4F75EED7BD28}" dt="2026-06-03T09:09:36.501" v="544" actId="1076"/>
          <ac:picMkLst>
            <pc:docMk/>
            <pc:sldMk cId="0" sldId="260"/>
            <ac:picMk id="6" creationId="{FC5C483B-F13F-5B25-5D89-8B6EA711FF6D}"/>
          </ac:picMkLst>
        </pc:picChg>
        <pc:picChg chg="add del mod">
          <ac:chgData name="Ryan James Tiangco" userId="c2f574d0-b442-4a99-a780-590b30d11646" providerId="ADAL" clId="{7DC766AD-C63D-4D36-A35F-4F75EED7BD28}" dt="2026-06-02T18:04:38.657" v="250" actId="478"/>
          <ac:picMkLst>
            <pc:docMk/>
            <pc:sldMk cId="0" sldId="260"/>
            <ac:picMk id="7" creationId="{096DF8F4-5B00-A02F-86B0-3B0BC616F90B}"/>
          </ac:picMkLst>
        </pc:picChg>
      </pc:sldChg>
      <pc:sldChg chg="addSp delSp modSp mod">
        <pc:chgData name="Ryan James Tiangco" userId="c2f574d0-b442-4a99-a780-590b30d11646" providerId="ADAL" clId="{7DC766AD-C63D-4D36-A35F-4F75EED7BD28}" dt="2026-06-03T09:12:43.227" v="625" actId="1076"/>
        <pc:sldMkLst>
          <pc:docMk/>
          <pc:sldMk cId="0" sldId="261"/>
        </pc:sldMkLst>
        <pc:spChg chg="mod">
          <ac:chgData name="Ryan James Tiangco" userId="c2f574d0-b442-4a99-a780-590b30d11646" providerId="ADAL" clId="{7DC766AD-C63D-4D36-A35F-4F75EED7BD28}" dt="2026-06-02T12:23:47.648" v="15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Ryan James Tiangco" userId="c2f574d0-b442-4a99-a780-590b30d11646" providerId="ADAL" clId="{7DC766AD-C63D-4D36-A35F-4F75EED7BD28}" dt="2026-06-03T09:07:02.060" v="522" actId="20577"/>
          <ac:spMkLst>
            <pc:docMk/>
            <pc:sldMk cId="0" sldId="261"/>
            <ac:spMk id="3" creationId="{00000000-0000-0000-0000-000000000000}"/>
          </ac:spMkLst>
        </pc:spChg>
        <pc:picChg chg="del">
          <ac:chgData name="Ryan James Tiangco" userId="c2f574d0-b442-4a99-a780-590b30d11646" providerId="ADAL" clId="{7DC766AD-C63D-4D36-A35F-4F75EED7BD28}" dt="2026-06-02T12:21:53.308" v="7" actId="478"/>
          <ac:picMkLst>
            <pc:docMk/>
            <pc:sldMk cId="0" sldId="261"/>
            <ac:picMk id="6" creationId="{81B1063B-2066-C30D-1695-0426098ED823}"/>
          </ac:picMkLst>
        </pc:picChg>
        <pc:picChg chg="add mod modCrop">
          <ac:chgData name="Ryan James Tiangco" userId="c2f574d0-b442-4a99-a780-590b30d11646" providerId="ADAL" clId="{7DC766AD-C63D-4D36-A35F-4F75EED7BD28}" dt="2026-06-03T09:08:41.693" v="537" actId="14100"/>
          <ac:picMkLst>
            <pc:docMk/>
            <pc:sldMk cId="0" sldId="261"/>
            <ac:picMk id="6" creationId="{92E5E16E-BA76-8FE5-9B74-F5CFDF642F2E}"/>
          </ac:picMkLst>
        </pc:picChg>
        <pc:picChg chg="del">
          <ac:chgData name="Ryan James Tiangco" userId="c2f574d0-b442-4a99-a780-590b30d11646" providerId="ADAL" clId="{7DC766AD-C63D-4D36-A35F-4F75EED7BD28}" dt="2026-06-02T12:21:55.568" v="8" actId="478"/>
          <ac:picMkLst>
            <pc:docMk/>
            <pc:sldMk cId="0" sldId="261"/>
            <ac:picMk id="8" creationId="{06AD3858-04C3-BBEF-B836-690ECDA1A0F7}"/>
          </ac:picMkLst>
        </pc:picChg>
        <pc:picChg chg="add mod">
          <ac:chgData name="Ryan James Tiangco" userId="c2f574d0-b442-4a99-a780-590b30d11646" providerId="ADAL" clId="{7DC766AD-C63D-4D36-A35F-4F75EED7BD28}" dt="2026-06-03T09:12:43.227" v="625" actId="1076"/>
          <ac:picMkLst>
            <pc:docMk/>
            <pc:sldMk cId="0" sldId="261"/>
            <ac:picMk id="8" creationId="{B9368D65-7748-5975-4C0F-4147E9BF4430}"/>
          </ac:picMkLst>
        </pc:picChg>
        <pc:picChg chg="del">
          <ac:chgData name="Ryan James Tiangco" userId="c2f574d0-b442-4a99-a780-590b30d11646" providerId="ADAL" clId="{7DC766AD-C63D-4D36-A35F-4F75EED7BD28}" dt="2026-06-02T12:21:56.615" v="9" actId="478"/>
          <ac:picMkLst>
            <pc:docMk/>
            <pc:sldMk cId="0" sldId="261"/>
            <ac:picMk id="10" creationId="{746C190B-C463-8DF8-9627-A2EF8120564C}"/>
          </ac:picMkLst>
        </pc:picChg>
      </pc:sldChg>
      <pc:sldChg chg="addSp delSp modSp mod">
        <pc:chgData name="Ryan James Tiangco" userId="c2f574d0-b442-4a99-a780-590b30d11646" providerId="ADAL" clId="{7DC766AD-C63D-4D36-A35F-4F75EED7BD28}" dt="2026-06-03T09:06:35.326" v="487" actId="1076"/>
        <pc:sldMkLst>
          <pc:docMk/>
          <pc:sldMk cId="0" sldId="262"/>
        </pc:sldMkLst>
        <pc:spChg chg="mod">
          <ac:chgData name="Ryan James Tiangco" userId="c2f574d0-b442-4a99-a780-590b30d11646" providerId="ADAL" clId="{7DC766AD-C63D-4D36-A35F-4F75EED7BD28}" dt="2026-06-03T07:31:41.952" v="368" actId="20577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Ryan James Tiangco" userId="c2f574d0-b442-4a99-a780-590b30d11646" providerId="ADAL" clId="{7DC766AD-C63D-4D36-A35F-4F75EED7BD28}" dt="2026-06-03T09:06:33.690" v="486" actId="1076"/>
          <ac:spMkLst>
            <pc:docMk/>
            <pc:sldMk cId="0" sldId="262"/>
            <ac:spMk id="6" creationId="{0EF60E33-C4A9-E220-DE41-7A409E339839}"/>
          </ac:spMkLst>
        </pc:spChg>
        <pc:picChg chg="del">
          <ac:chgData name="Ryan James Tiangco" userId="c2f574d0-b442-4a99-a780-590b30d11646" providerId="ADAL" clId="{7DC766AD-C63D-4D36-A35F-4F75EED7BD28}" dt="2026-06-02T12:22:01.927" v="10" actId="478"/>
          <ac:picMkLst>
            <pc:docMk/>
            <pc:sldMk cId="0" sldId="262"/>
            <ac:picMk id="6" creationId="{C3C465F8-70E1-4297-2059-74A7937917C6}"/>
          </ac:picMkLst>
        </pc:picChg>
        <pc:picChg chg="add mod">
          <ac:chgData name="Ryan James Tiangco" userId="c2f574d0-b442-4a99-a780-590b30d11646" providerId="ADAL" clId="{7DC766AD-C63D-4D36-A35F-4F75EED7BD28}" dt="2026-06-03T09:06:35.326" v="487" actId="1076"/>
          <ac:picMkLst>
            <pc:docMk/>
            <pc:sldMk cId="0" sldId="262"/>
            <ac:picMk id="8" creationId="{3FE6F633-621C-E7C8-2264-C282A180C962}"/>
          </ac:picMkLst>
        </pc:picChg>
        <pc:picChg chg="del">
          <ac:chgData name="Ryan James Tiangco" userId="c2f574d0-b442-4a99-a780-590b30d11646" providerId="ADAL" clId="{7DC766AD-C63D-4D36-A35F-4F75EED7BD28}" dt="2026-06-02T12:22:02.989" v="11" actId="478"/>
          <ac:picMkLst>
            <pc:docMk/>
            <pc:sldMk cId="0" sldId="262"/>
            <ac:picMk id="8" creationId="{D3D67099-15F1-9676-E73A-04C8B54AE558}"/>
          </ac:picMkLst>
        </pc:picChg>
      </pc:sldChg>
      <pc:sldChg chg="del">
        <pc:chgData name="Ryan James Tiangco" userId="c2f574d0-b442-4a99-a780-590b30d11646" providerId="ADAL" clId="{7DC766AD-C63D-4D36-A35F-4F75EED7BD28}" dt="2026-06-02T12:23:11.844" v="13" actId="47"/>
        <pc:sldMkLst>
          <pc:docMk/>
          <pc:sldMk cId="0" sldId="263"/>
        </pc:sldMkLst>
      </pc:sldChg>
      <pc:sldChg chg="addSp delSp modSp add mod ord">
        <pc:chgData name="Ryan James Tiangco" userId="c2f574d0-b442-4a99-a780-590b30d11646" providerId="ADAL" clId="{7DC766AD-C63D-4D36-A35F-4F75EED7BD28}" dt="2026-06-03T09:20:49.819" v="711" actId="1076"/>
        <pc:sldMkLst>
          <pc:docMk/>
          <pc:sldMk cId="790688888" sldId="263"/>
        </pc:sldMkLst>
        <pc:spChg chg="mod">
          <ac:chgData name="Ryan James Tiangco" userId="c2f574d0-b442-4a99-a780-590b30d11646" providerId="ADAL" clId="{7DC766AD-C63D-4D36-A35F-4F75EED7BD28}" dt="2026-06-03T09:17:16.471" v="685" actId="20577"/>
          <ac:spMkLst>
            <pc:docMk/>
            <pc:sldMk cId="790688888" sldId="263"/>
            <ac:spMk id="3" creationId="{3A486721-709E-FF4F-A6B0-C2F68EB1E25C}"/>
          </ac:spMkLst>
        </pc:spChg>
        <pc:picChg chg="add del mod">
          <ac:chgData name="Ryan James Tiangco" userId="c2f574d0-b442-4a99-a780-590b30d11646" providerId="ADAL" clId="{7DC766AD-C63D-4D36-A35F-4F75EED7BD28}" dt="2026-06-03T09:19:23.567" v="690" actId="478"/>
          <ac:picMkLst>
            <pc:docMk/>
            <pc:sldMk cId="790688888" sldId="263"/>
            <ac:picMk id="6" creationId="{987A44D3-823C-72A7-69DE-D8FD18BCC072}"/>
          </ac:picMkLst>
        </pc:picChg>
        <pc:picChg chg="add del mod">
          <ac:chgData name="Ryan James Tiangco" userId="c2f574d0-b442-4a99-a780-590b30d11646" providerId="ADAL" clId="{7DC766AD-C63D-4D36-A35F-4F75EED7BD28}" dt="2026-06-03T09:19:24.707" v="691" actId="478"/>
          <ac:picMkLst>
            <pc:docMk/>
            <pc:sldMk cId="790688888" sldId="263"/>
            <ac:picMk id="7" creationId="{3C250E91-DBE4-879D-6992-B9C180F6B08B}"/>
          </ac:picMkLst>
        </pc:picChg>
        <pc:picChg chg="add mod">
          <ac:chgData name="Ryan James Tiangco" userId="c2f574d0-b442-4a99-a780-590b30d11646" providerId="ADAL" clId="{7DC766AD-C63D-4D36-A35F-4F75EED7BD28}" dt="2026-06-03T09:20:44.095" v="709" actId="1440"/>
          <ac:picMkLst>
            <pc:docMk/>
            <pc:sldMk cId="790688888" sldId="263"/>
            <ac:picMk id="8" creationId="{39042263-E2F4-476D-B0FD-372BA5E3092A}"/>
          </ac:picMkLst>
        </pc:picChg>
        <pc:picChg chg="add mod">
          <ac:chgData name="Ryan James Tiangco" userId="c2f574d0-b442-4a99-a780-590b30d11646" providerId="ADAL" clId="{7DC766AD-C63D-4D36-A35F-4F75EED7BD28}" dt="2026-06-03T09:20:49.819" v="711" actId="1076"/>
          <ac:picMkLst>
            <pc:docMk/>
            <pc:sldMk cId="790688888" sldId="263"/>
            <ac:picMk id="9" creationId="{DBC3CFB1-0B4D-A1C6-B75A-3692DB0D784F}"/>
          </ac:picMkLst>
        </pc:picChg>
      </pc:sldChg>
      <pc:sldChg chg="addSp delSp modSp add del mod">
        <pc:chgData name="Ryan James Tiangco" userId="c2f574d0-b442-4a99-a780-590b30d11646" providerId="ADAL" clId="{7DC766AD-C63D-4D36-A35F-4F75EED7BD28}" dt="2026-06-03T09:05:19.191" v="480" actId="47"/>
        <pc:sldMkLst>
          <pc:docMk/>
          <pc:sldMk cId="2828041368" sldId="263"/>
        </pc:sldMkLst>
        <pc:spChg chg="add del">
          <ac:chgData name="Ryan James Tiangco" userId="c2f574d0-b442-4a99-a780-590b30d11646" providerId="ADAL" clId="{7DC766AD-C63D-4D36-A35F-4F75EED7BD28}" dt="2026-06-03T07:32:11.538" v="372" actId="478"/>
          <ac:spMkLst>
            <pc:docMk/>
            <pc:sldMk cId="2828041368" sldId="263"/>
            <ac:spMk id="2" creationId="{F98EB5CC-A9B3-9ED8-30B0-78A2B1B9DF1C}"/>
          </ac:spMkLst>
        </pc:spChg>
        <pc:spChg chg="add del mod">
          <ac:chgData name="Ryan James Tiangco" userId="c2f574d0-b442-4a99-a780-590b30d11646" providerId="ADAL" clId="{7DC766AD-C63D-4D36-A35F-4F75EED7BD28}" dt="2026-06-03T07:32:23.894" v="410" actId="20577"/>
          <ac:spMkLst>
            <pc:docMk/>
            <pc:sldMk cId="2828041368" sldId="263"/>
            <ac:spMk id="3" creationId="{165A7411-7EB9-BA09-F9FB-41F0B92FC23E}"/>
          </ac:spMkLst>
        </pc:spChg>
        <pc:spChg chg="add del">
          <ac:chgData name="Ryan James Tiangco" userId="c2f574d0-b442-4a99-a780-590b30d11646" providerId="ADAL" clId="{7DC766AD-C63D-4D36-A35F-4F75EED7BD28}" dt="2026-06-03T07:32:11.538" v="372" actId="478"/>
          <ac:spMkLst>
            <pc:docMk/>
            <pc:sldMk cId="2828041368" sldId="263"/>
            <ac:spMk id="4" creationId="{66F3BBE3-8FFE-89CB-2D89-B2B0F1D59A3A}"/>
          </ac:spMkLst>
        </pc:spChg>
        <pc:spChg chg="add del mod">
          <ac:chgData name="Ryan James Tiangco" userId="c2f574d0-b442-4a99-a780-590b30d11646" providerId="ADAL" clId="{7DC766AD-C63D-4D36-A35F-4F75EED7BD28}" dt="2026-06-03T07:46:01.425" v="413"/>
          <ac:spMkLst>
            <pc:docMk/>
            <pc:sldMk cId="2828041368" sldId="263"/>
            <ac:spMk id="6" creationId="{59E760E0-6581-368B-52A5-E6BF9C8BA688}"/>
          </ac:spMkLst>
        </pc:spChg>
      </pc:sldChg>
      <pc:sldChg chg="addSp delSp modSp new del mod">
        <pc:chgData name="Ryan James Tiangco" userId="c2f574d0-b442-4a99-a780-590b30d11646" providerId="ADAL" clId="{7DC766AD-C63D-4D36-A35F-4F75EED7BD28}" dt="2026-06-03T09:10:35.242" v="580" actId="2696"/>
        <pc:sldMkLst>
          <pc:docMk/>
          <pc:sldMk cId="4200693820" sldId="263"/>
        </pc:sldMkLst>
        <pc:picChg chg="add del mod">
          <ac:chgData name="Ryan James Tiangco" userId="c2f574d0-b442-4a99-a780-590b30d11646" providerId="ADAL" clId="{7DC766AD-C63D-4D36-A35F-4F75EED7BD28}" dt="2026-06-03T09:10:30.648" v="579" actId="478"/>
          <ac:picMkLst>
            <pc:docMk/>
            <pc:sldMk cId="4200693820" sldId="263"/>
            <ac:picMk id="3" creationId="{9465C8FC-EBD8-7DF7-12C2-CDF326027794}"/>
          </ac:picMkLst>
        </pc:picChg>
      </pc:sldChg>
      <pc:sldChg chg="del">
        <pc:chgData name="Ryan James Tiangco" userId="c2f574d0-b442-4a99-a780-590b30d11646" providerId="ADAL" clId="{7DC766AD-C63D-4D36-A35F-4F75EED7BD28}" dt="2026-06-02T12:23:10.836" v="12" actId="47"/>
        <pc:sldMkLst>
          <pc:docMk/>
          <pc:sldMk cId="2054456448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F2C80-C76F-4F3C-B4AB-F02A57E860F3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FD073-B6D7-4E4C-9464-AF800DC2B5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435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B71F-AF30-98E1-215A-33F47509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7E918-D769-9FA6-9CC4-1D3F15299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1EC14-3B66-37C2-A42F-D01F85AF1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A44E8-D7B2-F8AC-1CBC-2603D97CB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91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7A6C-A02B-27B8-6C28-AA9D51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8C8AB-AAF5-E0C1-A9A2-39BBE20A0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D7AE8-A7E6-015D-E405-5E254D253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7FBF5-9083-3702-9872-69157C0809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83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95577-D635-42B5-6E00-809A52EC0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9CC602E-D53B-2966-02E7-0F2236160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50A9D24-FC63-08BD-F29A-4A1B2C6D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F31C871-2E5F-89C4-02FD-DEE0D81D1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B04D03B-1149-6809-40AE-76E948B8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581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087D8-2F23-451D-F179-AA410E46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0D86F3-1A94-5736-7541-3FBCA3B04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7F25D05-049A-D1D9-21A8-C65EFC88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20C34D9-5599-7736-9F1C-B75B805E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BB6D4E6-0AD0-BE12-9617-CFC0F1DE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315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96599-456C-E0DE-B38C-AAE4EB53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A747CD7-360F-9B4E-B4DB-BDEAD296D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9FB0DA-1535-9F39-8354-66606586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FCD25E-D212-7E52-450B-5C62C99A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CAFA9E-35F4-EEAC-E585-B70B4C5F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11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A7FD7-5398-1620-44CA-F7CA78E7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37B23D8-119C-4484-ADD9-B7A472062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4B86D27-FC59-2EBF-520A-3E984472D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8B7A069-F154-0432-B832-EFD5DE81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884CC4C-A79E-BB5F-18AB-63F51C4B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90795E2-2E6C-710A-FB56-AAFE49B7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006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6B5F11-EE1F-E183-BB19-6ECE6024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E6C83BD-B476-1009-CBE4-1D6A8010B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AEA8472-3D32-C043-05C0-A83D68C72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4EC316E-730F-2F93-439D-1591E3BF9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89F5E70-F9B5-D922-95CA-851C16767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B6C3C1D-74B3-5F16-3150-DEBDD5F5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4A78047-64E7-B85A-5531-2B21C15C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996F078-104E-CFC5-F123-C495078B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376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B9650-C24D-344E-F805-637EF278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B6C768A-A4F4-F586-41C7-B1C4A5DE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FE2048B-DFCA-EB96-EC21-B1512EFC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BBEE92C-9F11-4C34-AA95-700F49D2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273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E3F294B-1818-22C4-13F4-A3A1D37A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4E6EAAB-E3CC-6087-8729-9DD1B23A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CCAD435-D831-35CD-19B1-86642F80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32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D39E5D-51EA-D71F-B218-6D57CAEC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F9A4C8-4600-E6B4-B472-F646AB40F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3AA9059-6026-5EFF-172A-EFA3C87A3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33C1E85-0D13-6143-E5C3-C038AA71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33FCF0-BCA3-B7CF-1D7A-44037DC1C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64EE44-91C5-AE2B-34CF-51216D69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666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E780E-92F6-7357-3F42-A91DD39F4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F7E48B5-E82A-3613-F008-86F30AF1D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3CBC0AD-4CA4-2A94-87C6-23A20C8BB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3704F5-E82F-4845-87F9-46CCB4F3E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CD6E3AD-390E-91D9-7ED3-E9D7FD63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A39078-ADCC-21A4-69EF-DD84F08D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278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18A01D-8B13-D458-7C9A-1A3578D9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5163DDE-707F-C51A-EF75-2A2C707C0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9B4C642-1B04-200F-F769-C620D971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251EA7B-1A8F-A63F-3360-3E07845F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66BEE5-C124-DFA8-F14C-20F1CD19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02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ADD5762-03D5-A130-ECD3-67F83CCE7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2B2CA17-7AC8-2DC2-53AC-E59E5DE8A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FB04FD-1C60-0C78-EC70-BA364C88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F54DBAD-1D37-1766-6718-AA589968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28E51-96D2-24AA-6D9A-FA6AB0DF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0841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19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F7D38C4-CA0B-F97F-BA4D-FC5B52A2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7DF9607-A5B9-413A-4DF3-35D03C39A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AF65FC3-38B4-4AF5-8E99-BB7845FA8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1E1AF-A769-4D11-B33D-92F25FB68471}" type="datetimeFigureOut">
              <a:rPr lang="nl-NL" smtClean="0"/>
              <a:t>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79F2B6A-B429-7B77-8BF3-63A159E7A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9A23694-2805-FBEF-A3CE-575A23CAA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CA61D-A2B3-47D4-A618-AEE1C7BB0F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035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70" y="0"/>
            <a:ext cx="615071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/>
          </a:p>
        </p:txBody>
      </p:sp>
      <p:sp>
        <p:nvSpPr>
          <p:cNvPr id="5" name="Text 3"/>
          <p:cNvSpPr/>
          <p:nvPr/>
        </p:nvSpPr>
        <p:spPr>
          <a:xfrm>
            <a:off x="912447" y="1580271"/>
            <a:ext cx="8534400" cy="73152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endParaRPr lang="en-US" sz="2267">
              <a:solidFill>
                <a:srgbClr val="A8A8C8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5677" y="1713523"/>
            <a:ext cx="9144000" cy="182880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8266" b="1" dirty="0">
                <a:solidFill>
                  <a:srgbClr val="FFFFFF"/>
                </a:solidFill>
              </a:rPr>
              <a:t>Sprint review 5</a:t>
            </a:r>
            <a:endParaRPr lang="en-US" sz="8266" dirty="0"/>
          </a:p>
        </p:txBody>
      </p:sp>
      <p:sp>
        <p:nvSpPr>
          <p:cNvPr id="7" name="Text 5"/>
          <p:cNvSpPr/>
          <p:nvPr/>
        </p:nvSpPr>
        <p:spPr>
          <a:xfrm>
            <a:off x="609600" y="3493008"/>
            <a:ext cx="5689601" cy="60960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1867" i="1" dirty="0" err="1">
                <a:solidFill>
                  <a:schemeClr val="bg1"/>
                </a:solidFill>
              </a:rPr>
              <a:t>Ontwikkelen</a:t>
            </a:r>
            <a:r>
              <a:rPr lang="en-US" sz="1867" i="1" dirty="0">
                <a:solidFill>
                  <a:schemeClr val="bg1"/>
                </a:solidFill>
              </a:rPr>
              <a:t> </a:t>
            </a:r>
            <a:r>
              <a:rPr lang="en-US" sz="1867" i="1" dirty="0" err="1">
                <a:solidFill>
                  <a:schemeClr val="bg1"/>
                </a:solidFill>
              </a:rPr>
              <a:t>BlockyTest</a:t>
            </a:r>
            <a:endParaRPr lang="en-US" sz="1867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4535424"/>
            <a:ext cx="10363200" cy="48768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1867">
                <a:solidFill>
                  <a:schemeClr val="bg1"/>
                </a:solidFill>
              </a:rPr>
              <a:t>Dragon Slayers  ·  Noura · Ryan James · Amira  ·  </a:t>
            </a:r>
            <a:r>
              <a:rPr lang="en-US" sz="1867" dirty="0">
                <a:solidFill>
                  <a:schemeClr val="bg1"/>
                </a:solidFill>
              </a:rPr>
              <a:t>3 </a:t>
            </a:r>
            <a:r>
              <a:rPr lang="en-US" sz="1867" dirty="0" err="1">
                <a:solidFill>
                  <a:schemeClr val="bg1"/>
                </a:solidFill>
              </a:rPr>
              <a:t>juni</a:t>
            </a:r>
            <a:r>
              <a:rPr lang="en-US" sz="1867">
                <a:solidFill>
                  <a:schemeClr val="bg1"/>
                </a:solidFill>
              </a:rPr>
              <a:t> 2026</a:t>
            </a:r>
          </a:p>
        </p:txBody>
      </p:sp>
      <p:sp>
        <p:nvSpPr>
          <p:cNvPr id="9" name="Text 7"/>
          <p:cNvSpPr/>
          <p:nvPr/>
        </p:nvSpPr>
        <p:spPr>
          <a:xfrm>
            <a:off x="609600" y="5096256"/>
            <a:ext cx="10363200" cy="46329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1467" dirty="0">
                <a:solidFill>
                  <a:schemeClr val="bg1"/>
                </a:solidFill>
              </a:rPr>
              <a:t>HBO-ICT Business IT Management  ·  </a:t>
            </a:r>
            <a:r>
              <a:rPr lang="en-US" sz="1467" dirty="0" err="1">
                <a:solidFill>
                  <a:schemeClr val="bg1"/>
                </a:solidFill>
              </a:rPr>
              <a:t>Hogeschool</a:t>
            </a:r>
            <a:r>
              <a:rPr lang="en-US" sz="1467" dirty="0">
                <a:solidFill>
                  <a:schemeClr val="bg1"/>
                </a:solidFill>
              </a:rPr>
              <a:t> van Amsterdam</a:t>
            </a:r>
            <a:endParaRPr lang="en-US" sz="1467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/>
          </a:p>
        </p:txBody>
      </p:sp>
      <p:sp>
        <p:nvSpPr>
          <p:cNvPr id="3" name="Text 1"/>
          <p:cNvSpPr/>
          <p:nvPr/>
        </p:nvSpPr>
        <p:spPr>
          <a:xfrm>
            <a:off x="426720" y="0"/>
            <a:ext cx="91440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>
                <a:solidFill>
                  <a:srgbClr val="FFFFFF"/>
                </a:solidFill>
              </a:rPr>
              <a:t>Agenda</a:t>
            </a:r>
            <a:endParaRPr lang="en-US" sz="2533"/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C8C4FF"/>
                </a:solidFill>
              </a:rPr>
              <a:t>Dragon Slayers  ·  Sprint 4</a:t>
            </a:r>
            <a:endParaRPr lang="en-US" sz="1333"/>
          </a:p>
        </p:txBody>
      </p:sp>
      <p:sp>
        <p:nvSpPr>
          <p:cNvPr id="5" name="Shape 3"/>
          <p:cNvSpPr/>
          <p:nvPr/>
        </p:nvSpPr>
        <p:spPr>
          <a:xfrm>
            <a:off x="502351" y="1093347"/>
            <a:ext cx="5608320" cy="1487424"/>
          </a:xfrm>
          <a:prstGeom prst="rect">
            <a:avLst/>
          </a:prstGeom>
          <a:solidFill>
            <a:srgbClr val="FFFFFF"/>
          </a:solidFill>
          <a:ln w="6350">
            <a:solidFill>
              <a:srgbClr val="D0C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NL" sz="2400" dirty="0"/>
          </a:p>
        </p:txBody>
      </p:sp>
      <p:sp>
        <p:nvSpPr>
          <p:cNvPr id="6" name="Shape 4"/>
          <p:cNvSpPr/>
          <p:nvPr/>
        </p:nvSpPr>
        <p:spPr>
          <a:xfrm>
            <a:off x="487680" y="1097280"/>
            <a:ext cx="707136" cy="148742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/>
          </a:p>
        </p:txBody>
      </p:sp>
      <p:sp>
        <p:nvSpPr>
          <p:cNvPr id="7" name="Text 5"/>
          <p:cNvSpPr/>
          <p:nvPr/>
        </p:nvSpPr>
        <p:spPr>
          <a:xfrm>
            <a:off x="487680" y="1097280"/>
            <a:ext cx="707136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01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316736" y="1116858"/>
            <a:ext cx="463296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502351" y="2989619"/>
            <a:ext cx="5608320" cy="1487424"/>
          </a:xfrm>
          <a:prstGeom prst="rect">
            <a:avLst/>
          </a:prstGeom>
          <a:solidFill>
            <a:srgbClr val="FFFFFF"/>
          </a:solidFill>
          <a:ln w="6350">
            <a:solidFill>
              <a:srgbClr val="D0C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NL" sz="2400" dirty="0"/>
          </a:p>
        </p:txBody>
      </p:sp>
      <p:sp>
        <p:nvSpPr>
          <p:cNvPr id="10" name="Shape 8"/>
          <p:cNvSpPr/>
          <p:nvPr/>
        </p:nvSpPr>
        <p:spPr>
          <a:xfrm>
            <a:off x="487680" y="2989619"/>
            <a:ext cx="707136" cy="148742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/>
          </a:p>
        </p:txBody>
      </p:sp>
      <p:sp>
        <p:nvSpPr>
          <p:cNvPr id="11" name="Text 9"/>
          <p:cNvSpPr/>
          <p:nvPr/>
        </p:nvSpPr>
        <p:spPr>
          <a:xfrm>
            <a:off x="487680" y="2901696"/>
            <a:ext cx="707136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02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1476433" y="3005727"/>
            <a:ext cx="4754880" cy="1399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rgbClr val="1A1A2E"/>
                </a:solidFill>
              </a:rPr>
              <a:t>Installatiehandleiding</a:t>
            </a:r>
            <a:r>
              <a:rPr lang="en-US" dirty="0">
                <a:solidFill>
                  <a:srgbClr val="1A1A2E"/>
                </a:solidFill>
              </a:rPr>
              <a:t> </a:t>
            </a:r>
            <a:r>
              <a:rPr lang="en-US" dirty="0" err="1">
                <a:solidFill>
                  <a:srgbClr val="1A1A2E"/>
                </a:solidFill>
              </a:rPr>
              <a:t>en</a:t>
            </a:r>
            <a:r>
              <a:rPr lang="en-US" dirty="0">
                <a:solidFill>
                  <a:srgbClr val="1A1A2E"/>
                </a:solidFill>
              </a:rPr>
              <a:t> SLA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7680" y="4745267"/>
            <a:ext cx="5608320" cy="1487424"/>
          </a:xfrm>
          <a:prstGeom prst="rect">
            <a:avLst/>
          </a:prstGeom>
          <a:solidFill>
            <a:srgbClr val="FFFFFF"/>
          </a:solidFill>
          <a:ln w="6350">
            <a:solidFill>
              <a:srgbClr val="D0C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NL" sz="2400"/>
          </a:p>
        </p:txBody>
      </p:sp>
      <p:sp>
        <p:nvSpPr>
          <p:cNvPr id="14" name="Shape 12"/>
          <p:cNvSpPr/>
          <p:nvPr/>
        </p:nvSpPr>
        <p:spPr>
          <a:xfrm>
            <a:off x="487680" y="4706112"/>
            <a:ext cx="707136" cy="148742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/>
          </a:p>
        </p:txBody>
      </p:sp>
      <p:sp>
        <p:nvSpPr>
          <p:cNvPr id="15" name="Text 13"/>
          <p:cNvSpPr/>
          <p:nvPr/>
        </p:nvSpPr>
        <p:spPr>
          <a:xfrm>
            <a:off x="487680" y="4706112"/>
            <a:ext cx="707136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03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1463040" y="4806910"/>
            <a:ext cx="463296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 err="1">
                <a:solidFill>
                  <a:srgbClr val="1A1A2E"/>
                </a:solidFill>
              </a:rPr>
              <a:t>Gebruikershandleiding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6400800" y="1097280"/>
            <a:ext cx="5608320" cy="1487424"/>
          </a:xfrm>
          <a:prstGeom prst="rect">
            <a:avLst/>
          </a:prstGeom>
          <a:solidFill>
            <a:srgbClr val="FFFFFF"/>
          </a:solidFill>
          <a:ln w="6350">
            <a:solidFill>
              <a:srgbClr val="D0C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nl-NL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1097280"/>
            <a:ext cx="707136" cy="14874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/>
          </a:p>
        </p:txBody>
      </p:sp>
      <p:sp>
        <p:nvSpPr>
          <p:cNvPr id="19" name="Text 17"/>
          <p:cNvSpPr/>
          <p:nvPr/>
        </p:nvSpPr>
        <p:spPr>
          <a:xfrm>
            <a:off x="6400800" y="1097280"/>
            <a:ext cx="707136" cy="1487424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04</a:t>
            </a:r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254240" y="1097280"/>
            <a:ext cx="463296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1A2E"/>
                </a:solidFill>
              </a:rPr>
              <a:t>Deployment/Live - </a:t>
            </a:r>
            <a:r>
              <a:rPr lang="en-US" sz="1733" dirty="0" err="1">
                <a:solidFill>
                  <a:srgbClr val="1A1A2E"/>
                </a:solidFill>
              </a:rPr>
              <a:t>Infrastructuur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351955" y="2989619"/>
            <a:ext cx="853675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ea typeface="Calibri"/>
                <a:cs typeface="Calibri"/>
              </a:rPr>
              <a:t>05</a:t>
            </a: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54240" y="2901696"/>
            <a:ext cx="463296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400800" y="4706112"/>
            <a:ext cx="707136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C1983B13-6F31-C12E-BC8A-1DF5B09FA88A}"/>
              </a:ext>
            </a:extLst>
          </p:cNvPr>
          <p:cNvSpPr/>
          <p:nvPr/>
        </p:nvSpPr>
        <p:spPr>
          <a:xfrm>
            <a:off x="7254240" y="4794035"/>
            <a:ext cx="463296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33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2CEF248-A208-C249-AC67-E5DB0E365756}"/>
              </a:ext>
            </a:extLst>
          </p:cNvPr>
          <p:cNvSpPr/>
          <p:nvPr/>
        </p:nvSpPr>
        <p:spPr>
          <a:xfrm>
            <a:off x="7254240" y="2989619"/>
            <a:ext cx="463296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33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1A3F690-3B9F-4F43-28AC-0F9F6F7E92E8}"/>
              </a:ext>
            </a:extLst>
          </p:cNvPr>
          <p:cNvSpPr/>
          <p:nvPr/>
        </p:nvSpPr>
        <p:spPr>
          <a:xfrm>
            <a:off x="1538671" y="1077703"/>
            <a:ext cx="463296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 err="1">
                <a:solidFill>
                  <a:srgbClr val="1A1A2E"/>
                </a:solidFill>
              </a:rPr>
              <a:t>Onze</a:t>
            </a:r>
            <a:r>
              <a:rPr lang="en-US" sz="1733" dirty="0">
                <a:solidFill>
                  <a:srgbClr val="1A1A2E"/>
                </a:solidFill>
              </a:rPr>
              <a:t> </a:t>
            </a:r>
            <a:r>
              <a:rPr lang="en-US" sz="1733" dirty="0" err="1">
                <a:solidFill>
                  <a:srgbClr val="1A1A2E"/>
                </a:solidFill>
              </a:rPr>
              <a:t>applicatie</a:t>
            </a:r>
            <a:endParaRPr lang="en-US" sz="17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 dirty="0"/>
          </a:p>
        </p:txBody>
      </p:sp>
      <p:sp>
        <p:nvSpPr>
          <p:cNvPr id="3" name="Text 1"/>
          <p:cNvSpPr/>
          <p:nvPr/>
        </p:nvSpPr>
        <p:spPr>
          <a:xfrm>
            <a:off x="426720" y="0"/>
            <a:ext cx="91440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FFFFFF"/>
                </a:solidFill>
              </a:rPr>
              <a:t>GitLab – </a:t>
            </a:r>
            <a:r>
              <a:rPr lang="en-US" sz="2533" b="1" dirty="0" err="1">
                <a:solidFill>
                  <a:srgbClr val="FFFFFF"/>
                </a:solidFill>
              </a:rPr>
              <a:t>Onze</a:t>
            </a:r>
            <a:r>
              <a:rPr lang="en-US" sz="2533" b="1" dirty="0">
                <a:solidFill>
                  <a:srgbClr val="FFFFFF"/>
                </a:solidFill>
              </a:rPr>
              <a:t> </a:t>
            </a:r>
            <a:r>
              <a:rPr lang="en-US" sz="2533" b="1" dirty="0" err="1">
                <a:solidFill>
                  <a:srgbClr val="FFFFFF"/>
                </a:solidFill>
              </a:rPr>
              <a:t>applicatie</a:t>
            </a:r>
            <a:endParaRPr lang="en-US" sz="2533" dirty="0"/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C8C4FF"/>
                </a:solidFill>
              </a:rPr>
              <a:t>Dragon Slayers  ·  Sprint 4</a:t>
            </a:r>
            <a:endParaRPr lang="en-US" sz="1333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C5C483B-F13F-5B25-5D89-8B6EA711F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82" y="1253459"/>
            <a:ext cx="10032836" cy="4351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nl-NL" sz="2400" dirty="0"/>
          </a:p>
        </p:txBody>
      </p:sp>
      <p:sp>
        <p:nvSpPr>
          <p:cNvPr id="3" name="Text 1"/>
          <p:cNvSpPr/>
          <p:nvPr/>
        </p:nvSpPr>
        <p:spPr>
          <a:xfrm>
            <a:off x="426720" y="0"/>
            <a:ext cx="91440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 err="1">
                <a:solidFill>
                  <a:srgbClr val="FFFFFF"/>
                </a:solidFill>
              </a:rPr>
              <a:t>Installatiehandleiding</a:t>
            </a:r>
            <a:r>
              <a:rPr lang="en-US" sz="2533" b="1" dirty="0">
                <a:solidFill>
                  <a:srgbClr val="FFFFFF"/>
                </a:solidFill>
              </a:rPr>
              <a:t> </a:t>
            </a:r>
            <a:r>
              <a:rPr lang="en-US" sz="2533" b="1" dirty="0" err="1">
                <a:solidFill>
                  <a:srgbClr val="FFFFFF"/>
                </a:solidFill>
              </a:rPr>
              <a:t>en</a:t>
            </a:r>
            <a:r>
              <a:rPr lang="en-US" sz="2533" b="1" dirty="0">
                <a:solidFill>
                  <a:srgbClr val="FFFFFF"/>
                </a:solidFill>
              </a:rPr>
              <a:t> SLA</a:t>
            </a:r>
            <a:endParaRPr lang="en-US" sz="2533" dirty="0"/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C8C4FF"/>
                </a:solidFill>
              </a:rPr>
              <a:t>Dragon Slayers  ·  Sprint </a:t>
            </a:r>
            <a:r>
              <a:rPr lang="en-US" sz="1333" dirty="0">
                <a:solidFill>
                  <a:srgbClr val="C8C4FF"/>
                </a:solidFill>
              </a:rPr>
              <a:t>5</a:t>
            </a:r>
            <a:endParaRPr lang="en-US" sz="1333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28721F-BB1A-F6A1-01FE-F5CE49303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18"/>
          <a:stretch>
            <a:fillRect/>
          </a:stretch>
        </p:blipFill>
        <p:spPr bwMode="auto">
          <a:xfrm>
            <a:off x="692191" y="2821689"/>
            <a:ext cx="6501384" cy="303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DA83864-0B65-CC1C-EDE8-2F7F38E120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5916" r="7078"/>
          <a:stretch>
            <a:fillRect/>
          </a:stretch>
        </p:blipFill>
        <p:spPr bwMode="auto">
          <a:xfrm>
            <a:off x="6186734" y="1041152"/>
            <a:ext cx="5493987" cy="356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nl-NL" sz="2400"/>
          </a:p>
        </p:txBody>
      </p:sp>
      <p:sp>
        <p:nvSpPr>
          <p:cNvPr id="3" name="Text 1"/>
          <p:cNvSpPr/>
          <p:nvPr/>
        </p:nvSpPr>
        <p:spPr>
          <a:xfrm>
            <a:off x="426720" y="0"/>
            <a:ext cx="91440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>
                <a:solidFill>
                  <a:srgbClr val="FFFFFF"/>
                </a:solidFill>
              </a:rPr>
              <a:t>GitLab - </a:t>
            </a:r>
            <a:r>
              <a:rPr lang="en-US" sz="2533" b="1" dirty="0" err="1">
                <a:solidFill>
                  <a:srgbClr val="FFFFFF"/>
                </a:solidFill>
              </a:rPr>
              <a:t>Gebruikershandleiding</a:t>
            </a:r>
            <a:endParaRPr lang="en-US" sz="2533"/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C8C4FF"/>
                </a:solidFill>
              </a:rPr>
              <a:t>Dragon Slayers  ·  Sprint 5</a:t>
            </a:r>
            <a:endParaRPr lang="en-US" sz="1333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EAD70A4-EA6D-F75F-E5B1-55FFA4002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78" y="1271212"/>
            <a:ext cx="10113461" cy="4856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818A-EBDF-2930-DFAB-6A6853B9F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516B41-C5DC-B411-BB46-11DF4055C426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l-NL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486721-709E-FF4F-A6B0-C2F68EB1E25C}"/>
              </a:ext>
            </a:extLst>
          </p:cNvPr>
          <p:cNvSpPr/>
          <p:nvPr/>
        </p:nvSpPr>
        <p:spPr>
          <a:xfrm>
            <a:off x="426720" y="0"/>
            <a:ext cx="91440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 err="1">
                <a:solidFill>
                  <a:srgbClr val="FFFFFF"/>
                </a:solidFill>
              </a:rPr>
              <a:t>Overdracht</a:t>
            </a:r>
            <a:r>
              <a:rPr lang="en-US" sz="2533" b="1" dirty="0">
                <a:solidFill>
                  <a:srgbClr val="FFFFFF"/>
                </a:solidFill>
              </a:rPr>
              <a:t>/</a:t>
            </a:r>
            <a:r>
              <a:rPr lang="en-US" sz="2533" b="1" dirty="0" err="1">
                <a:solidFill>
                  <a:srgbClr val="FFFFFF"/>
                </a:solidFill>
              </a:rPr>
              <a:t>Github</a:t>
            </a:r>
            <a:endParaRPr lang="en-US" sz="25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530506-A2BC-2EB5-6102-E0B2DAC4221E}"/>
              </a:ext>
            </a:extLst>
          </p:cNvPr>
          <p:cNvSpPr/>
          <p:nvPr/>
        </p:nvSpPr>
        <p:spPr>
          <a:xfrm>
            <a:off x="9144000" y="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C8C4FF"/>
                </a:solidFill>
              </a:rPr>
              <a:t>Dragon Slayers  ·  Sprint 5</a:t>
            </a:r>
            <a:endParaRPr lang="en-US" sz="1333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9042263-E2F4-476D-B0FD-372BA5E30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36" y="1254653"/>
            <a:ext cx="6141485" cy="31161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BC3CFB1-0B4D-A1C6-B75A-3692DB0D7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36" y="4796429"/>
            <a:ext cx="9986364" cy="10677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516D95E-090C-B07B-CADC-A8D0816AB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352" y="1254653"/>
            <a:ext cx="5321808" cy="31161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9068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EB6C-F7FA-0EDC-D41F-2D2D737A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271D34-A79D-1D94-4F69-DD1703BF467E}"/>
              </a:ext>
            </a:extLst>
          </p:cNvPr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nl-NL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7646E1-7AF2-9C44-E257-E8B743352FF4}"/>
              </a:ext>
            </a:extLst>
          </p:cNvPr>
          <p:cNvSpPr/>
          <p:nvPr/>
        </p:nvSpPr>
        <p:spPr>
          <a:xfrm>
            <a:off x="426720" y="0"/>
            <a:ext cx="91440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 err="1">
                <a:solidFill>
                  <a:srgbClr val="FFFFFF"/>
                </a:solidFill>
              </a:rPr>
              <a:t>Studentenhandleiding</a:t>
            </a:r>
            <a:endParaRPr lang="en-US" sz="25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F1421B-DAB4-6857-1D9E-49DDAB0CF9EF}"/>
              </a:ext>
            </a:extLst>
          </p:cNvPr>
          <p:cNvSpPr/>
          <p:nvPr/>
        </p:nvSpPr>
        <p:spPr>
          <a:xfrm>
            <a:off x="9144000" y="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C8C4FF"/>
                </a:solidFill>
              </a:rPr>
              <a:t>Dragon Slayers  ·  Sprint </a:t>
            </a:r>
            <a:r>
              <a:rPr lang="en-US" sz="1333" dirty="0">
                <a:solidFill>
                  <a:srgbClr val="C8C4FF"/>
                </a:solidFill>
              </a:rPr>
              <a:t>5</a:t>
            </a:r>
            <a:endParaRPr lang="en-US" sz="1333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E7B7FB-44A2-DE10-2896-FD12A7C0C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885" y="1285659"/>
            <a:ext cx="9035354" cy="470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50615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12AD57B7B28A4C966431CA687E1A77" ma:contentTypeVersion="10" ma:contentTypeDescription="Create a new document." ma:contentTypeScope="" ma:versionID="acce831badd0ed96b9b7bed3b30c1524">
  <xsd:schema xmlns:xsd="http://www.w3.org/2001/XMLSchema" xmlns:xs="http://www.w3.org/2001/XMLSchema" xmlns:p="http://schemas.microsoft.com/office/2006/metadata/properties" xmlns:ns3="78b772af-44d2-47a9-bc80-d3bc6c60c89b" targetNamespace="http://schemas.microsoft.com/office/2006/metadata/properties" ma:root="true" ma:fieldsID="f5ee1923211c19414b8bfdd74c06faed" ns3:_="">
    <xsd:import namespace="78b772af-44d2-47a9-bc80-d3bc6c60c89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b772af-44d2-47a9-bc80-d3bc6c60c89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b772af-44d2-47a9-bc80-d3bc6c60c89b" xsi:nil="true"/>
  </documentManagement>
</p:properties>
</file>

<file path=customXml/itemProps1.xml><?xml version="1.0" encoding="utf-8"?>
<ds:datastoreItem xmlns:ds="http://schemas.openxmlformats.org/officeDocument/2006/customXml" ds:itemID="{E35A97F7-5CF2-4080-A067-5D91D3386B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05458E-F4FC-4C8D-880E-C98EBAECD453}">
  <ds:schemaRefs>
    <ds:schemaRef ds:uri="78b772af-44d2-47a9-bc80-d3bc6c60c8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2F2F9B-2656-4AC0-A10E-3D9571C4F51C}">
  <ds:schemaRefs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8b772af-44d2-47a9-bc80-d3bc6c60c89b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94</Words>
  <Application>Microsoft Office PowerPoint</Application>
  <PresentationFormat>Widescreen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Noura Ezzafzafi</dc:creator>
  <cp:lastModifiedBy>Amira El Hafidi</cp:lastModifiedBy>
  <cp:revision>2</cp:revision>
  <dcterms:created xsi:type="dcterms:W3CDTF">2026-05-09T20:20:28Z</dcterms:created>
  <dcterms:modified xsi:type="dcterms:W3CDTF">2026-06-03T18:18:52Z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0x0101009A12AD57B7B28A4C966431CA687E1A77</vt:lpwstr>
  </property>
</Properties>
</file>